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89"/>
  </p:normalViewPr>
  <p:slideViewPr>
    <p:cSldViewPr snapToGrid="0" snapToObjects="1">
      <p:cViewPr>
        <p:scale>
          <a:sx n="71" d="100"/>
          <a:sy n="71" d="100"/>
        </p:scale>
        <p:origin x="92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36EE1-B661-9E40-814C-2D1BFC8B4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7B04BA-4CFF-3846-8261-B8E59F65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708300-CED5-FA4F-9497-EEE154C4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8761F3-5557-B648-8310-CF2E592D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01FD6-A485-0E47-AFE6-306BB65C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28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DA4A03-EB14-9444-994C-02D59663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CB00E7-F549-294D-B0C6-DD09242D6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A9FE2C-552F-C34A-B20E-C266B321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2375D0-8FD2-7A43-9016-CA783357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B53BA5-4647-084B-8246-279BDB89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12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6F4C1-6F32-0749-9B85-B4CA5AA4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D4286D-AFE6-F04D-908B-75D09381E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61165C-D504-1E47-825C-6E3F9F8D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033FE-03B9-E343-87E5-7F4AA505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A9B44A-8905-2244-9F64-23376DEE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18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41566D-8E1F-A749-869E-A9661051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1FD0A0-858A-6045-9E31-6D30E1109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D480F2-01E0-5848-B828-F473B4117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5B026B-F3C8-A04A-B4F0-88581294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1502FF-C6C7-BD43-ABB5-AD0C2A8A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55283C-8B21-2741-BBBD-EFBA2CE1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49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D5382A-77A4-FF40-AC12-89BC3809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326E42-FD9B-A64D-A080-68B28E9F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737A55-E585-EE48-B949-872D4465C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1F3C073-3D72-624F-9DE4-9E9A3504E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2A1781-5BC2-6D41-9860-C4568BA6B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C4435A-A6F8-9D43-917B-D0D0C0C77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0C258C-A2D8-9E4F-8DC0-A776948F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6A97F7-3E87-7841-B057-D6727EB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668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B1315-BFCB-664F-8692-5C88E7FA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552F82-FE92-6D42-B4E9-D4371B10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2FCB56-22F8-CC43-B67E-A61407FF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61C988-670D-BC48-A5FE-C692BC88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576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AB5D85-71C8-9C4F-8B4C-AADF5508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F7BF82-D08B-B54B-9E67-1B2FEC71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91741C-DBA8-394D-939E-E2C73F0B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17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59F2B9-879F-D345-B5FE-0B0A35A4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167F23-8930-C943-8614-93F3F5819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989B60-64CF-2A4D-81F8-6A7BEB793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C51596-F76D-DD4D-8DD5-240C776D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48B231-DD1D-EA4B-95B0-CD7FFAE0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7724FD-1669-4D4A-A261-AE60B875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08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54464-E185-254D-8B87-2528FDB2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98EDD75-B444-D54B-A159-35A777DE9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121C43-D697-214D-87DD-019A4D3F2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975D4B-1E98-7B49-81D9-8D4625B3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D698FB-6CC3-D549-B46C-2BE392EE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F754F6-C290-1243-A91F-A85AF427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3890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28307-5A79-2D43-9C8F-DFC34B9F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16C189-540F-5F40-9806-4809D19E8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6F161C-83DA-4548-B415-3CDB860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54F9EC-716E-BA4B-8F0F-A45CE16F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F5A4D-F4A1-7242-B868-20B2B3CE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953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489EF77-F1F9-6646-A79E-D4992514B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2663ED-C3D5-964D-8FC8-58E3A05BC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AE2704-CCFE-6C48-81CB-68A494A9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833CE1-A3DA-7A43-86E9-D14611711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81ED03-3561-8E45-B987-F39A1485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94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B05738-929C-D843-8C15-731E82B3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5D7589-FD72-554E-B2E8-49DCF8A3F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832034-7278-B34F-8A12-51747B6FC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54783-82D9-0748-89E5-8E1C3994E6E0}" type="datetimeFigureOut">
              <a:rPr lang="fr-FR" smtClean="0"/>
              <a:t>18/10/2020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ED7E19-D617-9941-BE41-7F5ED3669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927108-9AFC-8C45-93B6-80DD8F21B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E83E-2BEF-DD45-B730-ECA8F4267A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968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 descr="Internet">
            <a:extLst>
              <a:ext uri="{FF2B5EF4-FFF2-40B4-BE49-F238E27FC236}">
                <a16:creationId xmlns:a16="http://schemas.microsoft.com/office/drawing/2014/main" id="{0F064B4F-8F26-EE4E-8247-AECB9C566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9132" y="246708"/>
            <a:ext cx="2762251" cy="27622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8B1CED-F08C-0D49-8390-4D32EDCAE062}"/>
              </a:ext>
            </a:extLst>
          </p:cNvPr>
          <p:cNvSpPr/>
          <p:nvPr/>
        </p:nvSpPr>
        <p:spPr>
          <a:xfrm>
            <a:off x="2043585" y="999741"/>
            <a:ext cx="1661060" cy="985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 err="1">
                <a:solidFill>
                  <a:srgbClr val="002060"/>
                </a:solidFill>
              </a:rPr>
              <a:t>Well</a:t>
            </a:r>
            <a:r>
              <a:rPr lang="fr-FR" sz="1400" b="1" dirty="0">
                <a:solidFill>
                  <a:srgbClr val="002060"/>
                </a:solidFill>
              </a:rPr>
              <a:t> </a:t>
            </a:r>
            <a:r>
              <a:rPr lang="fr-FR" sz="1400" b="1" dirty="0" err="1">
                <a:solidFill>
                  <a:srgbClr val="002060"/>
                </a:solidFill>
              </a:rPr>
              <a:t>known</a:t>
            </a:r>
            <a:r>
              <a:rPr lang="fr-FR" sz="1400" b="1" dirty="0">
                <a:solidFill>
                  <a:srgbClr val="002060"/>
                </a:solidFill>
              </a:rPr>
              <a:t> real </a:t>
            </a:r>
            <a:r>
              <a:rPr lang="fr-FR" sz="1400" b="1" dirty="0" err="1">
                <a:solidFill>
                  <a:srgbClr val="002060"/>
                </a:solidFill>
              </a:rPr>
              <a:t>estate</a:t>
            </a:r>
            <a:r>
              <a:rPr lang="fr-FR" sz="1400" b="1" dirty="0">
                <a:solidFill>
                  <a:srgbClr val="002060"/>
                </a:solidFill>
              </a:rPr>
              <a:t> </a:t>
            </a:r>
            <a:r>
              <a:rPr lang="fr-FR" sz="1400" b="1" dirty="0" err="1">
                <a:solidFill>
                  <a:srgbClr val="002060"/>
                </a:solidFill>
              </a:rPr>
              <a:t>websites</a:t>
            </a:r>
            <a:r>
              <a:rPr lang="fr-FR" sz="1400" b="1" dirty="0">
                <a:solidFill>
                  <a:srgbClr val="002060"/>
                </a:solidFill>
              </a:rPr>
              <a:t> in Paris </a:t>
            </a:r>
          </a:p>
          <a:p>
            <a:r>
              <a:rPr lang="fr-FR" sz="1400" dirty="0" err="1">
                <a:solidFill>
                  <a:srgbClr val="002060"/>
                </a:solidFill>
              </a:rPr>
              <a:t>Seloger.com</a:t>
            </a:r>
            <a:r>
              <a:rPr lang="fr-FR" sz="1400" dirty="0">
                <a:solidFill>
                  <a:srgbClr val="002060"/>
                </a:solidFill>
              </a:rPr>
              <a:t>…</a:t>
            </a:r>
          </a:p>
          <a:p>
            <a:endParaRPr lang="fr-FR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71BA14-2FDD-3C4D-ADA5-F16B8940C8A2}"/>
              </a:ext>
            </a:extLst>
          </p:cNvPr>
          <p:cNvSpPr/>
          <p:nvPr/>
        </p:nvSpPr>
        <p:spPr>
          <a:xfrm>
            <a:off x="1885419" y="4527458"/>
            <a:ext cx="2270165" cy="11786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fr-FR" sz="1200" b="1" dirty="0" err="1"/>
              <a:t>RaspberryPi</a:t>
            </a:r>
            <a:r>
              <a:rPr lang="fr-FR" sz="1200" b="1" dirty="0"/>
              <a:t> Server</a:t>
            </a:r>
          </a:p>
          <a:p>
            <a:endParaRPr lang="fr-FR" sz="1200" b="1" dirty="0"/>
          </a:p>
          <a:p>
            <a:endParaRPr lang="fr-FR" sz="1200" b="1" dirty="0"/>
          </a:p>
          <a:p>
            <a:endParaRPr lang="fr-FR" sz="1200" b="1" dirty="0"/>
          </a:p>
          <a:p>
            <a:r>
              <a:rPr lang="fr-FR" sz="1200" b="1" dirty="0"/>
              <a:t>+Python Scripts </a:t>
            </a:r>
          </a:p>
          <a:p>
            <a:r>
              <a:rPr lang="fr-FR" sz="1200" b="1" dirty="0"/>
              <a:t>+ Jenkins</a:t>
            </a:r>
            <a:endParaRPr lang="fr-FR" sz="1200" dirty="0"/>
          </a:p>
          <a:p>
            <a:endParaRPr lang="fr-FR" sz="1200" b="1" dirty="0"/>
          </a:p>
          <a:p>
            <a:r>
              <a:rPr lang="fr-FR" sz="1200" dirty="0"/>
              <a:t>	</a:t>
            </a:r>
          </a:p>
        </p:txBody>
      </p:sp>
      <p:pic>
        <p:nvPicPr>
          <p:cNvPr id="7" name="Graphique 6" descr="Internet">
            <a:extLst>
              <a:ext uri="{FF2B5EF4-FFF2-40B4-BE49-F238E27FC236}">
                <a16:creationId xmlns:a16="http://schemas.microsoft.com/office/drawing/2014/main" id="{FF2F331A-3355-C745-A086-ACEF985AB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4543" y="3429000"/>
            <a:ext cx="2762251" cy="276225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BF54C4-074A-7E4E-8ECD-248DF06159A6}"/>
              </a:ext>
            </a:extLst>
          </p:cNvPr>
          <p:cNvSpPr/>
          <p:nvPr/>
        </p:nvSpPr>
        <p:spPr>
          <a:xfrm>
            <a:off x="7805138" y="4167189"/>
            <a:ext cx="1661060" cy="9858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 err="1">
                <a:solidFill>
                  <a:srgbClr val="002060"/>
                </a:solidFill>
              </a:rPr>
              <a:t>Immoscrapping.com</a:t>
            </a:r>
            <a:endParaRPr lang="fr-FR" sz="1600" dirty="0">
              <a:solidFill>
                <a:srgbClr val="002060"/>
              </a:solidFill>
            </a:endParaRPr>
          </a:p>
          <a:p>
            <a:endParaRPr lang="fr-FR" sz="900" dirty="0">
              <a:solidFill>
                <a:srgbClr val="002060"/>
              </a:solidFill>
            </a:endParaRPr>
          </a:p>
        </p:txBody>
      </p:sp>
      <p:pic>
        <p:nvPicPr>
          <p:cNvPr id="11" name="Graphique 10" descr="Base de données">
            <a:extLst>
              <a:ext uri="{FF2B5EF4-FFF2-40B4-BE49-F238E27FC236}">
                <a16:creationId xmlns:a16="http://schemas.microsoft.com/office/drawing/2014/main" id="{B2FE5E23-F11B-7B45-8053-053CE7347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5584" y="4220849"/>
            <a:ext cx="914400" cy="914400"/>
          </a:xfrm>
          <a:prstGeom prst="rect">
            <a:avLst/>
          </a:prstGeom>
        </p:spPr>
      </p:pic>
      <p:pic>
        <p:nvPicPr>
          <p:cNvPr id="13" name="Graphique 12" descr="Filtrer">
            <a:extLst>
              <a:ext uri="{FF2B5EF4-FFF2-40B4-BE49-F238E27FC236}">
                <a16:creationId xmlns:a16="http://schemas.microsoft.com/office/drawing/2014/main" id="{4AAD054A-F9B5-E544-94A6-0C4764DA40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1368" y="2929067"/>
            <a:ext cx="914400" cy="914400"/>
          </a:xfrm>
          <a:prstGeom prst="rect">
            <a:avLst/>
          </a:prstGeom>
        </p:spPr>
      </p:pic>
      <p:pic>
        <p:nvPicPr>
          <p:cNvPr id="15" name="Graphique 14" descr="Recherches">
            <a:extLst>
              <a:ext uri="{FF2B5EF4-FFF2-40B4-BE49-F238E27FC236}">
                <a16:creationId xmlns:a16="http://schemas.microsoft.com/office/drawing/2014/main" id="{361C3259-35CD-754F-B9E9-8CAD6D30B2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8094" y="5834765"/>
            <a:ext cx="914400" cy="914400"/>
          </a:xfrm>
          <a:prstGeom prst="rect">
            <a:avLst/>
          </a:prstGeom>
        </p:spPr>
      </p:pic>
      <p:pic>
        <p:nvPicPr>
          <p:cNvPr id="17" name="Graphique 16" descr="Graphique à barres">
            <a:extLst>
              <a:ext uri="{FF2B5EF4-FFF2-40B4-BE49-F238E27FC236}">
                <a16:creationId xmlns:a16="http://schemas.microsoft.com/office/drawing/2014/main" id="{F5628B33-0BD0-F34A-8049-DECDEFCB3F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1468" y="5757160"/>
            <a:ext cx="914400" cy="914400"/>
          </a:xfrm>
          <a:prstGeom prst="rect">
            <a:avLst/>
          </a:prstGeom>
        </p:spPr>
      </p:pic>
      <p:pic>
        <p:nvPicPr>
          <p:cNvPr id="19" name="Graphique 18" descr="Mathématiques">
            <a:extLst>
              <a:ext uri="{FF2B5EF4-FFF2-40B4-BE49-F238E27FC236}">
                <a16:creationId xmlns:a16="http://schemas.microsoft.com/office/drawing/2014/main" id="{6C2E0E9C-D626-1848-A121-DE332FB3AC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73513" y="5215932"/>
            <a:ext cx="914400" cy="914400"/>
          </a:xfrm>
          <a:prstGeom prst="rect">
            <a:avLst/>
          </a:prstGeom>
        </p:spPr>
      </p:pic>
      <p:pic>
        <p:nvPicPr>
          <p:cNvPr id="22" name="Graphique 21" descr="Utilisateur">
            <a:extLst>
              <a:ext uri="{FF2B5EF4-FFF2-40B4-BE49-F238E27FC236}">
                <a16:creationId xmlns:a16="http://schemas.microsoft.com/office/drawing/2014/main" id="{D4646420-7EFC-2043-93DB-468C68DE90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43323" y="1247222"/>
            <a:ext cx="1881743" cy="1881743"/>
          </a:xfrm>
          <a:prstGeom prst="rect">
            <a:avLst/>
          </a:prstGeom>
        </p:spPr>
      </p:pic>
      <p:pic>
        <p:nvPicPr>
          <p:cNvPr id="24" name="Graphique 23" descr="Dollar">
            <a:extLst>
              <a:ext uri="{FF2B5EF4-FFF2-40B4-BE49-F238E27FC236}">
                <a16:creationId xmlns:a16="http://schemas.microsoft.com/office/drawing/2014/main" id="{9AEE9DA6-134D-314C-AC6E-25977E3469D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03101" y="1904999"/>
            <a:ext cx="914400" cy="914400"/>
          </a:xfrm>
          <a:prstGeom prst="rect">
            <a:avLst/>
          </a:prstGeom>
        </p:spPr>
      </p:pic>
      <p:pic>
        <p:nvPicPr>
          <p:cNvPr id="26" name="Graphique 25" descr="Carte avec repère">
            <a:extLst>
              <a:ext uri="{FF2B5EF4-FFF2-40B4-BE49-F238E27FC236}">
                <a16:creationId xmlns:a16="http://schemas.microsoft.com/office/drawing/2014/main" id="{482721FE-DC54-D740-BFA8-67EB527AAC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26542" y="5788133"/>
            <a:ext cx="914400" cy="914400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9C9AA43D-4B86-1F4D-B2FE-34BFD68AA51F}"/>
              </a:ext>
            </a:extLst>
          </p:cNvPr>
          <p:cNvSpPr txBox="1"/>
          <p:nvPr/>
        </p:nvSpPr>
        <p:spPr>
          <a:xfrm>
            <a:off x="4937458" y="5349966"/>
            <a:ext cx="1294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Business plan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C3AC485-C2E8-FC47-898F-B75BCC1A49B7}"/>
              </a:ext>
            </a:extLst>
          </p:cNvPr>
          <p:cNvSpPr txBox="1"/>
          <p:nvPr/>
        </p:nvSpPr>
        <p:spPr>
          <a:xfrm>
            <a:off x="4867305" y="4492743"/>
            <a:ext cx="1294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Storage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B44E512-5485-D642-AF7D-C0113CCF431F}"/>
              </a:ext>
            </a:extLst>
          </p:cNvPr>
          <p:cNvSpPr txBox="1"/>
          <p:nvPr/>
        </p:nvSpPr>
        <p:spPr>
          <a:xfrm>
            <a:off x="8997134" y="3188256"/>
            <a:ext cx="1294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Search</a:t>
            </a:r>
            <a:r>
              <a:rPr lang="fr-FR" dirty="0"/>
              <a:t>, </a:t>
            </a:r>
            <a:r>
              <a:rPr lang="fr-FR" dirty="0" err="1"/>
              <a:t>rank</a:t>
            </a:r>
            <a:r>
              <a:rPr lang="fr-FR" dirty="0"/>
              <a:t>?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83B8B7AB-C8CA-2541-8BCA-4B78A5D41BA8}"/>
              </a:ext>
            </a:extLst>
          </p:cNvPr>
          <p:cNvCxnSpPr>
            <a:cxnSpLocks/>
          </p:cNvCxnSpPr>
          <p:nvPr/>
        </p:nvCxnSpPr>
        <p:spPr>
          <a:xfrm>
            <a:off x="2890258" y="2807864"/>
            <a:ext cx="18828" cy="144484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0E6EBC4-A3D1-C142-AF05-436C492D188F}"/>
              </a:ext>
            </a:extLst>
          </p:cNvPr>
          <p:cNvCxnSpPr>
            <a:cxnSpLocks/>
          </p:cNvCxnSpPr>
          <p:nvPr/>
        </p:nvCxnSpPr>
        <p:spPr>
          <a:xfrm flipV="1">
            <a:off x="5957557" y="4660108"/>
            <a:ext cx="1164461" cy="1730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A74162D3-24AB-C649-8EFF-80C6769E8FE1}"/>
              </a:ext>
            </a:extLst>
          </p:cNvPr>
          <p:cNvCxnSpPr>
            <a:cxnSpLocks/>
          </p:cNvCxnSpPr>
          <p:nvPr/>
        </p:nvCxnSpPr>
        <p:spPr>
          <a:xfrm flipH="1">
            <a:off x="5957557" y="5320273"/>
            <a:ext cx="1093332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6A7F1671-7A51-A549-86F1-BA8D831F1115}"/>
              </a:ext>
            </a:extLst>
          </p:cNvPr>
          <p:cNvCxnSpPr>
            <a:cxnSpLocks/>
          </p:cNvCxnSpPr>
          <p:nvPr/>
        </p:nvCxnSpPr>
        <p:spPr>
          <a:xfrm flipV="1">
            <a:off x="8664964" y="3170956"/>
            <a:ext cx="0" cy="696198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BE6945F7-C002-F04D-8681-FA04B3EC9CCA}"/>
              </a:ext>
            </a:extLst>
          </p:cNvPr>
          <p:cNvCxnSpPr>
            <a:cxnSpLocks/>
          </p:cNvCxnSpPr>
          <p:nvPr/>
        </p:nvCxnSpPr>
        <p:spPr>
          <a:xfrm>
            <a:off x="8271468" y="3224290"/>
            <a:ext cx="0" cy="6428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2624A46F-4F00-6B4D-9CDB-9EB810DC9D7F}"/>
              </a:ext>
            </a:extLst>
          </p:cNvPr>
          <p:cNvSpPr txBox="1"/>
          <p:nvPr/>
        </p:nvSpPr>
        <p:spPr>
          <a:xfrm>
            <a:off x="3955767" y="3003683"/>
            <a:ext cx="1696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API </a:t>
            </a:r>
          </a:p>
          <a:p>
            <a:r>
              <a:rPr lang="fr-FR" dirty="0" err="1"/>
              <a:t>Webscrapping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74765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</Words>
  <Application>Microsoft Macintosh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Camille Fabo</dc:creator>
  <cp:lastModifiedBy>Camille Fabo</cp:lastModifiedBy>
  <cp:revision>2</cp:revision>
  <dcterms:created xsi:type="dcterms:W3CDTF">2020-10-18T15:17:30Z</dcterms:created>
  <dcterms:modified xsi:type="dcterms:W3CDTF">2020-10-18T15:34:01Z</dcterms:modified>
</cp:coreProperties>
</file>